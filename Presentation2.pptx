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E8E452-B83B-F048-2CBB-7BD92D178B0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DE0A5DF-248B-9B41-CD61-F095316540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FD73E9-BC9F-C38E-D236-77CEAB2BB3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A5E67-06F3-4978-89B5-9C7B9B3F9E10}" type="datetimeFigureOut">
              <a:rPr lang="en-IN" smtClean="0"/>
              <a:t>28-11-2025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E31376-F602-318C-D784-3F103EBCC6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8359C1-241D-6656-430C-FA080495A0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B4F3E6-0C16-46FE-8DE6-D175862879C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314476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B6A9E9-494E-8427-9758-E12FC75D91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1031BD-30C8-A43E-0EC7-4A8BE0B4CC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E37D8E-1BEF-38DB-1CD9-A5ABB71623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A5E67-06F3-4978-89B5-9C7B9B3F9E10}" type="datetimeFigureOut">
              <a:rPr lang="en-IN" smtClean="0"/>
              <a:t>28-11-2025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C8F380-54A4-4A55-2E3A-4F5B98D70C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9FF628-8EB7-1220-254A-6F64433FBC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B4F3E6-0C16-46FE-8DE6-D175862879C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872946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70C9B4-49AD-A015-E363-6E0B8EAC59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3C179DA-5DF4-7CA3-D63A-70696517AC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F911C0-E940-67F2-0D9B-E5925FBBBC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A5E67-06F3-4978-89B5-9C7B9B3F9E10}" type="datetimeFigureOut">
              <a:rPr lang="en-IN" smtClean="0"/>
              <a:t>28-11-2025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2B5D2B-518D-134E-DB05-F729BB885E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B23BAB-9719-B802-8E68-36602AF045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B4F3E6-0C16-46FE-8DE6-D175862879C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527785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54E4EE-8526-1E27-2A3D-53091E9833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364F03-D1FA-F299-4182-068B22DD15E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C843C4A-F5EC-3608-EDE8-F842629A9E5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6F98A62-D4A7-34E8-F797-1F9ACF5DF4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A5E67-06F3-4978-89B5-9C7B9B3F9E10}" type="datetimeFigureOut">
              <a:rPr lang="en-IN" smtClean="0"/>
              <a:t>28-11-2025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ADAAF6D-3DF5-37F0-2FFB-9F468385F5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6DA197-17A5-B533-93EE-0C449E6A4F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B4F3E6-0C16-46FE-8DE6-D175862879C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058525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6C6E71-AC3E-221C-E23A-57AB3F8606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C4D4526-82A8-E516-F513-297242E0A3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C5131F4-2112-D930-71BC-5EC3C26FBD4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16E38CD-AE30-A5D6-D981-47117521299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4CCAB7F-6434-A65E-8009-B21196825ED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6F844F5-450B-CDE8-CE2F-BE7B9AFD55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A5E67-06F3-4978-89B5-9C7B9B3F9E10}" type="datetimeFigureOut">
              <a:rPr lang="en-IN" smtClean="0"/>
              <a:t>28-11-2025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361C8A5-11F6-0410-D38C-52308F3445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67B1D72-A6C6-B28D-FE00-D8B2982012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B4F3E6-0C16-46FE-8DE6-D175862879C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775647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DA50B4-B685-7BC1-EEE6-B3DD13D519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7DB6944-CF20-311A-458C-2DD692ECA0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A5E67-06F3-4978-89B5-9C7B9B3F9E10}" type="datetimeFigureOut">
              <a:rPr lang="en-IN" smtClean="0"/>
              <a:t>28-11-2025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DA3E630-81B4-DE51-A293-786E7DB412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90766C-23E6-6102-4E75-0B8F201C37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B4F3E6-0C16-46FE-8DE6-D175862879C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378302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E091D8A-C9C1-EDFD-DB85-D9406D66B8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A5E67-06F3-4978-89B5-9C7B9B3F9E10}" type="datetimeFigureOut">
              <a:rPr lang="en-IN" smtClean="0"/>
              <a:t>28-11-2025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7BE695C-1546-0B32-955D-7AF02DCDAF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BEE2429-F904-D1BF-ED8F-9AF6B8C8E4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B4F3E6-0C16-46FE-8DE6-D175862879C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013128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951FE8-E58A-7D93-C8D0-4EA1388681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245A42-7016-6F3F-474F-606C99EF7C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1C43A67-7E1B-0629-298F-68A578A392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2218552-370A-4273-2ED8-7480AFF711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A5E67-06F3-4978-89B5-9C7B9B3F9E10}" type="datetimeFigureOut">
              <a:rPr lang="en-IN" smtClean="0"/>
              <a:t>28-11-2025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D46E9DC-63CB-74C8-3D91-F7F5CA6DFC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D5B46C-E327-0C5A-AF3B-5208544E79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B4F3E6-0C16-46FE-8DE6-D175862879C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052972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F2253C-E31C-6892-99B8-168F9CE744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3A3A5DC-2FCE-3A40-071B-EC4026F71D6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390D244-24A3-4EC6-5D6B-D8A46EC2858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CFAB7AD-F43F-D1C5-DB6C-FEF6BBE85A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A5E67-06F3-4978-89B5-9C7B9B3F9E10}" type="datetimeFigureOut">
              <a:rPr lang="en-IN" smtClean="0"/>
              <a:t>28-11-2025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01A806-AB7C-F31A-7AEC-B8B4C7C701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8F0387F-B65E-2A6B-D534-6E63170C58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B4F3E6-0C16-46FE-8DE6-D175862879C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628314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4C6CDD-EB28-E486-315D-ADE6970891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3650A91-99B0-860D-3327-CE9D47E9F42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542258-CF11-F1F4-6BAC-5BFA18EDC9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A5E67-06F3-4978-89B5-9C7B9B3F9E10}" type="datetimeFigureOut">
              <a:rPr lang="en-IN" smtClean="0"/>
              <a:t>28-11-2025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C43B17-B139-DDAC-B1CC-B55777A843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1EF366-AC39-30A3-024A-5E7BBB2B1A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B4F3E6-0C16-46FE-8DE6-D175862879C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707638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53F0815-B411-961D-C1DE-C6DD2342B8B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60CE9F1-08CA-D41D-521A-54011602A47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C5CF41-CF79-68E6-69C7-BB1C8E601E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A5E67-06F3-4978-89B5-9C7B9B3F9E10}" type="datetimeFigureOut">
              <a:rPr lang="en-IN" smtClean="0"/>
              <a:t>28-11-2025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704B1F-3664-5B56-0FA7-8CA601FBBC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02E7F5-0EC5-4AD0-75C8-DD03FE8D50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B4F3E6-0C16-46FE-8DE6-D175862879C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776731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AE416C5-47C0-D1B5-56D0-7AAC41AA3A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DAEAFB9-5130-C972-E806-89A101B752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B5A369-41D4-5B3B-637F-E5E7E9F0E8E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22A5E67-06F3-4978-89B5-9C7B9B3F9E10}" type="datetimeFigureOut">
              <a:rPr lang="en-IN" smtClean="0"/>
              <a:t>28-11-2025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586FDC-BCD6-F83E-0951-7F94DC81C56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46C868-B2B3-8D69-2122-89E0D73F8A1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7B4F3E6-0C16-46FE-8DE6-D175862879C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895593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BE17D8-65B4-4938-465F-CFA5DE53AD2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932C131-C4A4-8143-70FD-6FF44CE005E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6077542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Anisha Kumari</dc:creator>
  <cp:lastModifiedBy>Anisha Kumari</cp:lastModifiedBy>
  <cp:revision>1</cp:revision>
  <dcterms:created xsi:type="dcterms:W3CDTF">2025-11-28T04:46:57Z</dcterms:created>
  <dcterms:modified xsi:type="dcterms:W3CDTF">2025-11-28T04:47:51Z</dcterms:modified>
</cp:coreProperties>
</file>